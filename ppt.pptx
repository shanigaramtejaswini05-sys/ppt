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DCE0"/>
                </a:solidFill>
                <a:latin typeface="Aptos"/>
              </a:rPr>
              <a:t>TRI-CITIES AI-THON  |  PROJECT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1381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AI-Based Accident
Detection &amp; Alert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80360"/>
            <a:ext cx="70408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B4C2DC"/>
                </a:solidFill>
                <a:latin typeface="Aptos"/>
              </a:rPr>
              <a:t>From road-camera video to faster emergency awareness.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977639"/>
            <a:ext cx="1234440" cy="1234440"/>
          </a:xfrm>
          <a:prstGeom prst="ellipse">
            <a:avLst/>
          </a:prstGeom>
          <a:solidFill>
            <a:srgbClr val="2C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1655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430"/>
                </a:solidFill>
                <a:latin typeface="Aptos"/>
              </a:rPr>
              <a:t>VIDEO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3977639"/>
            <a:ext cx="1234440" cy="1234440"/>
          </a:xfrm>
          <a:prstGeom prst="ellipse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41655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430"/>
                </a:solidFill>
                <a:latin typeface="Aptos"/>
              </a:rPr>
              <a:t>AI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3977639"/>
            <a:ext cx="1234440" cy="123444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41655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430"/>
                </a:solidFill>
                <a:latin typeface="Aptos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4315968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5F8FF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4315968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5F8FF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84048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4C2DC"/>
                </a:solidFill>
                <a:latin typeface="Aptos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16052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Shaista Adeeba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617720"/>
            <a:ext cx="29260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Yakhub Malik
Devadath Vyshnavi
Kukka Kushal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97880"/>
            <a:ext cx="8686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8DCE0"/>
                </a:solidFill>
                <a:latin typeface="Aptos"/>
              </a:rPr>
              <a:t>A practical prototype for quicker incident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01 •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A few seconds can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Road incidents may go unnoticed or take time to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246120" cy="233172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50008"/>
            <a:ext cx="64008" cy="2112263"/>
          </a:xfrm>
          <a:prstGeom prst="rect">
            <a:avLst/>
          </a:prstGeom>
          <a:solidFill>
            <a:srgbClr val="FF5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2316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Delayed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98648"/>
            <a:ext cx="2862072" cy="1572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A crash may happen between routine camera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240280"/>
            <a:ext cx="3246120" cy="233172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350008"/>
            <a:ext cx="64008" cy="2112263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42316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Slow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898648"/>
            <a:ext cx="2862072" cy="1572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People may need to call, explain the location, and share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40280"/>
            <a:ext cx="2926080" cy="233172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350008"/>
            <a:ext cx="64008" cy="2112263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2423160"/>
            <a:ext cx="2560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Limited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898648"/>
            <a:ext cx="2542032" cy="1572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A control room may monitor many roads at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Our goal: flag a possible crash quickly so a human can verify it and 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02 •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Detect → Verify →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The system assists responders; it does not replace emergency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2286000" cy="242316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441448"/>
            <a:ext cx="64008" cy="2203704"/>
          </a:xfrm>
          <a:prstGeom prst="rect">
            <a:avLst/>
          </a:prstGeom>
          <a:solidFill>
            <a:srgbClr val="2C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1.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7"/>
            <a:ext cx="1901952" cy="1664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4C2DC"/>
                </a:solidFill>
                <a:latin typeface="Aptos"/>
              </a:rPr>
              <a:t>Road-camera video or an uploaded clip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186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5F8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2331720"/>
            <a:ext cx="2286000" cy="242316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39" y="2441448"/>
            <a:ext cx="64008" cy="2203704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51460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2. 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990087"/>
            <a:ext cx="1901952" cy="1664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4C2DC"/>
                </a:solidFill>
                <a:latin typeface="Aptos"/>
              </a:rPr>
              <a:t>Computer vision tracks vehicles and looks for unusual collision-like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7" y="32186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5F8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2331720"/>
            <a:ext cx="2286000" cy="242316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0448" y="2441448"/>
            <a:ext cx="64008" cy="2203704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251460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3. 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990087"/>
            <a:ext cx="1901952" cy="1664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4C2DC"/>
                </a:solidFill>
                <a:latin typeface="Aptos"/>
              </a:rPr>
              <a:t>Show a highlighted clip/frame for a person to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32186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5F8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9055" y="2331720"/>
            <a:ext cx="2286000" cy="242316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49055" y="2441448"/>
            <a:ext cx="64008" cy="2203704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2514600"/>
            <a:ext cx="1920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4. Notify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2990087"/>
            <a:ext cx="1901952" cy="1664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4C2DC"/>
                </a:solidFill>
                <a:latin typeface="Aptos"/>
              </a:rPr>
              <a:t>Send an alert with time, camera/location label, and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9418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DCE0"/>
                </a:solidFill>
                <a:latin typeface="Aptos"/>
              </a:rPr>
              <a:t>Human confirmation helps reduce false alarms.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03 •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Simple technical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Begin with recorded video, then expand only if the prototype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1828800" cy="16002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578608"/>
            <a:ext cx="64008" cy="1380744"/>
          </a:xfrm>
          <a:prstGeom prst="rect">
            <a:avLst/>
          </a:prstGeom>
          <a:solidFill>
            <a:srgbClr val="2C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Video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27248"/>
            <a:ext cx="144475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4C2DC"/>
                </a:solidFill>
                <a:latin typeface="Aptos"/>
              </a:rPr>
              <a:t>MP4 clip / webcam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30175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2468880"/>
            <a:ext cx="1828800" cy="16002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2578608"/>
            <a:ext cx="64008" cy="1380744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65176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OpenCV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127248"/>
            <a:ext cx="144475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4C2DC"/>
                </a:solidFill>
                <a:latin typeface="Aptos"/>
              </a:rPr>
              <a:t>Read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0175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2468880"/>
            <a:ext cx="1828800" cy="16002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4608" y="2578608"/>
            <a:ext cx="64008" cy="1380744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265176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AI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127248"/>
            <a:ext cx="144475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4C2DC"/>
                </a:solidFill>
                <a:latin typeface="Aptos"/>
              </a:rPr>
              <a:t>Detect vehicles /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0175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2468880"/>
            <a:ext cx="1828800" cy="16002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67728" y="2578608"/>
            <a:ext cx="64008" cy="1380744"/>
          </a:xfrm>
          <a:prstGeom prst="rect">
            <a:avLst/>
          </a:prstGeom>
          <a:solidFill>
            <a:srgbClr val="FF5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8896" y="265176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Event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127248"/>
            <a:ext cx="144475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4C2DC"/>
                </a:solidFill>
                <a:latin typeface="Aptos"/>
              </a:rPr>
              <a:t>Flag sudden overlap or stopped 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3017520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2468880"/>
            <a:ext cx="1828800" cy="16002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0848" y="2578608"/>
            <a:ext cx="64008" cy="1380744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2651760"/>
            <a:ext cx="1463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3127248"/>
            <a:ext cx="144475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4C2DC"/>
                </a:solidFill>
                <a:latin typeface="Aptos"/>
              </a:rPr>
              <a:t>Review +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70916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Prototype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138928"/>
            <a:ext cx="9784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B4C2DC"/>
                </a:solidFill>
                <a:latin typeface="Aptos"/>
              </a:rPr>
              <a:t>Python  •  OpenCV  •  a pre-trained object detector  •  Streamlit dashboard  •  optional Maps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04 •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What we will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A small, reliable demo is better than claiming a fully deployed safety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154680" cy="25146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58568"/>
            <a:ext cx="64008" cy="2295144"/>
          </a:xfrm>
          <a:prstGeom prst="rect">
            <a:avLst/>
          </a:prstGeom>
          <a:solidFill>
            <a:srgbClr val="2C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770632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Use a short sample road video with a staged or clearly visible incident.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3154680" cy="25146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258568"/>
            <a:ext cx="64008" cy="2295144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3317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Detection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807208"/>
            <a:ext cx="2770632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Display video with bounding boxes and an “incident suspected” flag.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148840"/>
            <a:ext cx="2880360" cy="25146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258568"/>
            <a:ext cx="64008" cy="2295144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2331720"/>
            <a:ext cx="2514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Alert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807208"/>
            <a:ext cx="2496312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Show timestamp, camera label, confidence, and a review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9692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5567"/>
                </a:solidFill>
                <a:latin typeface="Aptos"/>
              </a:rPr>
              <a:t>Demo safety: use sample footage only; do not trigger real emergency calls.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05 • IMPACT &amp;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Useful — when designed responsibly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Measure performance and keep a human in the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154680" cy="22860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58568"/>
            <a:ext cx="64008" cy="2066543"/>
          </a:xfrm>
          <a:prstGeom prst="rect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Potential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770632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Earlier awareness • clearer incident details • faster routing to a 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3154680" cy="22860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258568"/>
            <a:ext cx="64008" cy="2066543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3317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Key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807208"/>
            <a:ext cx="2770632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Occlusion, poor lighting, camera angle, and false positives can affect detection.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148840"/>
            <a:ext cx="2880360" cy="2286000"/>
          </a:xfrm>
          <a:prstGeom prst="roundRect">
            <a:avLst/>
          </a:prstGeom>
          <a:solidFill>
            <a:srgbClr val="101E41"/>
          </a:solidFill>
          <a:ln>
            <a:solidFill>
              <a:srgbClr val="27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258568"/>
            <a:ext cx="64008" cy="2066543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2331720"/>
            <a:ext cx="2514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Safeguards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807208"/>
            <a:ext cx="2496312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4C2DC"/>
                </a:solidFill>
                <a:latin typeface="Aptos"/>
              </a:rPr>
              <a:t>Human verification • minimal video retention • access control • no automatic blame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9966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Success metrics: detection precision, missed incidents, alert delay, and false-alert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27080" y="0"/>
            <a:ext cx="1261872" cy="6858000"/>
          </a:xfrm>
          <a:prstGeom prst="rect">
            <a:avLst/>
          </a:prstGeom>
          <a:solidFill>
            <a:srgbClr val="10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DCE0"/>
                </a:solidFill>
                <a:latin typeface="Aptos"/>
              </a:rPr>
              <a:t>06 • 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58952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Beginner-friendly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Build in small steps during the hackathon.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2C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7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43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956816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56816"/>
            <a:ext cx="7223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Load a sample video in Python + OpenCV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9191"/>
            <a:ext cx="384048" cy="384048"/>
          </a:xfrm>
          <a:prstGeom prst="ellipse">
            <a:avLst/>
          </a:prstGeom>
          <a:solidFill>
            <a:srgbClr val="3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43199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43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670048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70048"/>
            <a:ext cx="7223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Run a pre-trained object detector on each frame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392424"/>
            <a:ext cx="384048" cy="384048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5643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383280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83280"/>
            <a:ext cx="7223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Add simple event rules and a review screen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105656"/>
            <a:ext cx="384048" cy="384048"/>
          </a:xfrm>
          <a:prstGeom prst="ellipse">
            <a:avLst/>
          </a:prstGeom>
          <a:solidFill>
            <a:srgbClr val="FF5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4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430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96512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96512"/>
            <a:ext cx="7223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Create a dashboard and simulated alert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818888"/>
            <a:ext cx="384048" cy="384048"/>
          </a:xfrm>
          <a:prstGeom prst="ellipse">
            <a:avLst/>
          </a:prstGeom>
          <a:solidFill>
            <a:srgbClr val="5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82896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430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809744"/>
            <a:ext cx="1234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09744"/>
            <a:ext cx="7223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4C2DC"/>
                </a:solidFill>
                <a:latin typeface="Aptos"/>
              </a:rPr>
              <a:t>Test different clips; document errors and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532120"/>
            <a:ext cx="2011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38DCE0"/>
                </a:solidFill>
                <a:latin typeface="Aptos"/>
              </a:rPr>
              <a:t>Thank you!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4C2DC"/>
                </a:solidFill>
                <a:latin typeface="Aptos"/>
              </a:rPr>
              <a:t>TRI-CITIES AI-THON  •  AI-BASED ACCIDENT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8832" y="636422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DCE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